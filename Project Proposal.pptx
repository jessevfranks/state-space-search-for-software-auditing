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5" d="100"/>
          <a:sy n="65" d="100"/>
        </p:scale>
        <p:origin x="48" y="1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71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45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01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21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091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142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28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07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97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02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1655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web of dots connected">
            <a:extLst>
              <a:ext uri="{FF2B5EF4-FFF2-40B4-BE49-F238E27FC236}">
                <a16:creationId xmlns:a16="http://schemas.microsoft.com/office/drawing/2014/main" id="{9480CFF7-893A-F2A0-9CD2-7CDBA2B5A5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444" r="1" b="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FBAAD93-7DE6-47D1-3609-446AE138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F8AE1-A7D0-6C68-170D-2F6DE11BD8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5736" y="908651"/>
            <a:ext cx="4754880" cy="4171779"/>
          </a:xfrm>
        </p:spPr>
        <p:txBody>
          <a:bodyPr anchor="t">
            <a:normAutofit/>
          </a:bodyPr>
          <a:lstStyle/>
          <a:p>
            <a:r>
              <a:rPr lang="en-US" sz="6600" dirty="0">
                <a:solidFill>
                  <a:schemeClr val="accent3"/>
                </a:solidFill>
              </a:rPr>
              <a:t>State Space sleuth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BEA84-B1C9-7676-1EFA-1075273F2D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5736" y="5216955"/>
            <a:ext cx="4754880" cy="1003638"/>
          </a:xfrm>
        </p:spPr>
        <p:txBody>
          <a:bodyPr anchor="b">
            <a:normAutofit/>
          </a:bodyPr>
          <a:lstStyle/>
          <a:p>
            <a:r>
              <a:rPr lang="en-US" sz="2400" dirty="0">
                <a:solidFill>
                  <a:schemeClr val="accent3"/>
                </a:solidFill>
              </a:rPr>
              <a:t>Jesse Franks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236859-7780-1451-40B8-74A77E27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6232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7675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CBE3-44AE-FF95-94D4-0221D9C90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EC5EA-353A-87A8-C5E6-C4CADCFCC7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Software testing is tricky, and it’s hard to cover every combination of inputs a user can give. While creating and testing robust software helps to mitigate risk, you can never achieve 0 risk. This is where State Space Sleuth comes into play. It aims to help explore states in a user’s software to uncover hidden vulnerabilities, adding another layer of security to a testing pipeline. </a:t>
            </a:r>
          </a:p>
        </p:txBody>
      </p:sp>
    </p:spTree>
    <p:extLst>
      <p:ext uri="{BB962C8B-B14F-4D97-AF65-F5344CB8AC3E}">
        <p14:creationId xmlns:p14="http://schemas.microsoft.com/office/powerpoint/2010/main" val="1668319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95EA9-3B1D-29A9-2880-9B411609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4A16-A5E5-A940-9CB9-72FC22367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goal is to create an agent that can explore the state space of an application and intelligently work to find erroneous states in an application. The approach will use A*, and a comparison to BFS, to do this. </a:t>
            </a:r>
          </a:p>
        </p:txBody>
      </p:sp>
    </p:spTree>
    <p:extLst>
      <p:ext uri="{BB962C8B-B14F-4D97-AF65-F5344CB8AC3E}">
        <p14:creationId xmlns:p14="http://schemas.microsoft.com/office/powerpoint/2010/main" val="2328425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E412-7D03-557B-6F81-674D229DD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8339D-076F-D06C-9F12-A5CB4B177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demonstrate the capabilities of this tool, we must create a few things:</a:t>
            </a:r>
          </a:p>
          <a:p>
            <a:r>
              <a:rPr lang="en-US" dirty="0"/>
              <a:t>The algorithm – using A*, an informed search algorithm, we can use a username and password to search for a combination that allows us to successfully login as an Admin using a SQL injection.</a:t>
            </a:r>
          </a:p>
          <a:p>
            <a:r>
              <a:rPr lang="en-US" dirty="0"/>
              <a:t>The heuristic – A* makes use of a heuristic to be informed, so we will build a custom heuristic to determine how close the result of a given try is to the goal state</a:t>
            </a:r>
          </a:p>
          <a:p>
            <a:r>
              <a:rPr lang="en-US" dirty="0"/>
              <a:t>A lightweight Flask server to act as the vulnerable app</a:t>
            </a:r>
          </a:p>
          <a:p>
            <a:r>
              <a:rPr lang="en-US" dirty="0" err="1"/>
              <a:t>BeautifulSoup</a:t>
            </a:r>
            <a:r>
              <a:rPr lang="en-US" dirty="0"/>
              <a:t> logic to parse HTML responses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53717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228</Words>
  <Application>Microsoft Office PowerPoint</Application>
  <PresentationFormat>Widescreen</PresentationFormat>
  <Paragraphs>12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Calisto MT</vt:lpstr>
      <vt:lpstr>Neue Haas Grotesk Text Pro</vt:lpstr>
      <vt:lpstr>Univers Condensed</vt:lpstr>
      <vt:lpstr>ChronicleVTI</vt:lpstr>
      <vt:lpstr>State Space sleuth</vt:lpstr>
      <vt:lpstr>Problem</vt:lpstr>
      <vt:lpstr>Goal</vt:lpstr>
      <vt:lpstr>Technical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Jesse Franks</dc:creator>
  <cp:lastModifiedBy>Jesse Franks</cp:lastModifiedBy>
  <cp:revision>1</cp:revision>
  <dcterms:created xsi:type="dcterms:W3CDTF">2025-11-13T21:23:46Z</dcterms:created>
  <dcterms:modified xsi:type="dcterms:W3CDTF">2025-11-13T21:48:29Z</dcterms:modified>
</cp:coreProperties>
</file>